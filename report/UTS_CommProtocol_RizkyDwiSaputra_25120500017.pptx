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Communication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Individu — Communication Protocol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286000"/>
            <a:ext cx="457200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237744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Rizky Dwi Saputra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25120500017  |  Kelas ComP2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Case 8: WebSocket Echo Protocol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P3 WebSocket — Demo App localhost:8088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 Juni 2026  |  github.com/likicop/communication-protocol-uts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Tujuan &amp; Skenario API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EBF3FB"/>
          </a:solidFill>
          <a:ln w="6350">
            <a:solidFill>
              <a:srgbClr val="2C7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Tujuan Praktikum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Memahami WebSocket handshake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(HTTP Upgrade → 101)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Kirim &amp; terima pesan JSON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via WebSocket echo pattern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POST event via HTTP REST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/api/realtime/events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GET events tersimpan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di server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Analisis traffic Wireshark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(TCP Stream &amp; packets)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FF7E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822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Skenario Bisnis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Channel: dashboard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Event dashboard_refresh untuk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tampilan dashboard secara real-time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2606040"/>
            <a:ext cx="36576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Channel: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Event order_created dengan payload:
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orderId: ORD-2026-001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amount: 450000 | priority: normal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4114800"/>
            <a:ext cx="3657600" cy="640080"/>
          </a:xfrm>
          <a:prstGeom prst="rect">
            <a:avLst/>
          </a:prstGeom>
          <a:solidFill>
            <a:srgbClr val="EBF3FB"/>
          </a:solidFill>
          <a:ln w="6350">
            <a:solidFill>
              <a:srgbClr val="2C7B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Endpoint: ws://localhost:8088/ws/echo?channel={channel}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Endpoint &amp; Request Design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474720"/>
        </p:xfrm>
        <a:graphic>
          <a:graphicData uri="http://schemas.openxmlformats.org/drawingml/2006/table">
            <a:tbl>
              <a:tblPr/>
              <a:tblGrid>
                <a:gridCol w="365760"/>
                <a:gridCol w="1097280"/>
                <a:gridCol w="457200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 / Action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Expected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WS Connect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ws://.../ws/echo?channel=dashboard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101 Switching Protocols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WS Send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 JSON {event:dashboard_refresh}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RECV echo response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/api/realtime/events (dashboard)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201 Created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/api/realtime/events?channel=dashboard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200 OK + events array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WS Connect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ws://.../ws/echo?channel=orders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101 Switching Protocols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/api/realtime/events (order_created)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201 Created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/api/realtime/events?channel=orders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</a:rPr>
                        <a:t>200 OK + events array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43400"/>
            <a:ext cx="41148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body: {"event":"dashboard_refresh","value":1}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63440" y="4343400"/>
            <a:ext cx="42062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4389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body: {"event":"order_created","orderId":"ORD-2026-001","amount":450000}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Evidence GET &amp; POST Request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10972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49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 #1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749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HTTP 200 OK | channel: dashboard | count: 86 events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0"/>
            <a:ext cx="420624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731520"/>
            <a:ext cx="109728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749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 #2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749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HTTP 200 OK | channel: orders | order_created events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206240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017520"/>
            <a:ext cx="10972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2880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 #1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37160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HTTP 201 Created | dashboard_refresh event</a:t>
            </a:r>
            <a:endParaRPr lang="en-US" sz="8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401568"/>
            <a:ext cx="4206240" cy="1554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754880" y="3017520"/>
            <a:ext cx="10972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54880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 #2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94360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</a:rPr>
              <a:t>HTTP 201 Created | order_created event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01568"/>
            <a:ext cx="420624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Analisis Response &amp; Encoding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Status Codes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229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Switching Protocols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WebSocket upgrade berhasil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2296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OK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GET events sukses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22960" cy="640080"/>
          </a:xfrm>
          <a:prstGeom prst="rect">
            <a:avLst/>
          </a:prstGeom>
          <a:solidFill>
            <a:srgbClr val="2C7B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974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697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Created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POST event berhasil dibuat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731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Struktur JSON 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2976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4114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"count": 86,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"channel": "dashboard",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"events":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1780837053370,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"event": "dashboard_refresh",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"payload":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"value":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"publishedAt": "2026-06-07T...",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"transport": "http-post-event"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4114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Field transport: websocket vs http-post-event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4407408"/>
            <a:ext cx="1828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256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websocket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Dari koneksi WS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4407408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44256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http-post-event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Dari HTTP POST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Analisis Traffic — Wireshark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53035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5204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TCP Stream: HTTP Upgrade → WebSocket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731520"/>
            <a:ext cx="3291840" cy="1645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2423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WebSocket packet list: Text, Ping, Pong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669280" y="2743200"/>
            <a:ext cx="3291840" cy="2286000"/>
          </a:xfrm>
          <a:prstGeom prst="rect">
            <a:avLst/>
          </a:prstGeom>
          <a:solidFill>
            <a:srgbClr val="EBF3FB"/>
          </a:solidFill>
          <a:ln w="6350">
            <a:solidFill>
              <a:srgbClr val="2C7B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Temuan Wireshark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60720" y="31546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HTTP GET + Upgrade header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101 Switching Protocols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Sec-WebSocket-Accept valid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WS Text: echo JSON payload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Ping (74B) / Pong (78B MASKED)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</a:rPr>
              <a:t>26 client + 26 server packets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Kendala, Solusi &amp; Kesimpulan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Kendala &amp; Solusi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</a:rPr>
              <a:t>Endpoint /api/events → 404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Solusi: gunakan /api/realtime/events
melalui demo app browser
</a:t>
            </a:r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</a:rPr>
              <a:t>Interface Wireshark: lo0
</a:t>
            </a:r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Solusi: pilih Loopback (lo0) bukan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en0 untuk capture localhost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29768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Kesimpulan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3258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WebSocket: full-duplex, persistent, efisien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HTTP 101 Upgrade = awal koneksi WS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Heartbeat Ping/Pong = keepalive koneksi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JSON = format encoding ringan &amp; readable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transport field bedakan WS vs HTTP POST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118872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2C7B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Pembelajaran Protocol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WebSocket sangat efisien untuk real-time communication karena hanya butuh 1x HTTP handshake, overhead per pesan minimal, support server push, dan full-duplex. Wireshark mengkonfirmasi bahwa WebSocket berjalan di atas TCP dengan frame yang compact.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github.com/likicop/communication-protocol-uts  |  Rizky Dwi Saputra  |  25120500017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Communication Protocol - WebSocket</dc:title>
  <dc:subject>PptxGenJS Presentation</dc:subject>
  <dc:creator>Rizky Dwi Saputra</dc:creator>
  <cp:lastModifiedBy>Rizky Dwi Saputra</cp:lastModifiedBy>
  <cp:revision>1</cp:revision>
  <dcterms:created xsi:type="dcterms:W3CDTF">2026-06-07T13:14:15Z</dcterms:created>
  <dcterms:modified xsi:type="dcterms:W3CDTF">2026-06-07T13:14:15Z</dcterms:modified>
</cp:coreProperties>
</file>